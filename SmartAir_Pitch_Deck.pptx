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SmartAir Cameroon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B82F6"/>
                </a:solidFill>
              </a:defRPr>
            </a:pPr>
            <a:r>
              <a:t>IA pour la Résilience Climatique et Sanitaire</a:t>
            </a:r>
          </a:p>
          <a:p>
            <a:r>
              <a:t>Prédire l'invisible pour protéger le visible.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L'enjeu de Santé Publique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Défi Camerounais :</a:t>
            </a:r>
          </a:p>
          <a:p>
            <a:pPr lvl="1"/>
            <a:r>
              <a:t>• Impact de l'Harmattan et pics de chaleur saisonniers.</a:t>
            </a:r>
          </a:p>
          <a:p>
            <a:pPr lvl="1"/>
            <a:r>
              <a:t>• Hausse de 30% des maladies respiratoires en saison sèche.</a:t>
            </a:r>
          </a:p>
          <a:p>
            <a:pPr lvl="1"/>
            <a:r>
              <a:t>• Lacune : Manque de capteurs physiques PM2.5 coûteux.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Solution : SmartAir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Transformer les données météo en bouclier sanitaire :</a:t>
            </a:r>
          </a:p>
          <a:p>
            <a:pPr lvl="1"/>
            <a:r>
              <a:t>• Modèle XGBoost haute performance (R² = 0.998).</a:t>
            </a:r>
          </a:p>
          <a:p>
            <a:pPr lvl="1"/>
            <a:r>
              <a:t>• Prédiction du proxy PM2.5 à partir de variables standards.</a:t>
            </a:r>
          </a:p>
          <a:p>
            <a:pPr lvl="1"/>
            <a:r>
              <a:t>• 16 features climatiques analysées (vent, temp, radiation).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 Outil de Décision Interactif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Fonctionnalités Clés :</a:t>
            </a:r>
          </a:p>
          <a:p>
            <a:pPr lvl="1"/>
            <a:r>
              <a:t>• Carte de chaleur (Heatmap) dynamique du territoire.</a:t>
            </a:r>
          </a:p>
          <a:p>
            <a:pPr lvl="1"/>
            <a:r>
              <a:t>• Dashboard analytique Climat vs Pollution.</a:t>
            </a:r>
          </a:p>
          <a:p>
            <a:pPr lvl="1"/>
            <a:r>
              <a:t>• Simulateur de prévisions 'Live' pour les soignants.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Stratégie de Résilience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Anticiper pour protéger :</a:t>
            </a:r>
          </a:p>
          <a:p>
            <a:pPr lvl="1"/>
            <a:r>
              <a:t>• Alertes précoces conformes aux normes OMS.</a:t>
            </a:r>
          </a:p>
          <a:p>
            <a:pPr lvl="1"/>
            <a:r>
              <a:t>• Optimisation de la réponse hospitalière lors des pics.</a:t>
            </a:r>
          </a:p>
          <a:p>
            <a:pPr lvl="1"/>
            <a:r>
              <a:t>• Aide aux politiques de reforestation urbaine.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Scalabilité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Expansion du réseau :</a:t>
            </a:r>
          </a:p>
          <a:p>
            <a:pPr lvl="1"/>
            <a:r>
              <a:t>• Phase 2 : Intégration de capteurs IoT bas coût.</a:t>
            </a:r>
          </a:p>
          <a:p>
            <a:pPr lvl="1"/>
            <a:r>
              <a:t>• Phase 3 : Notifications SMS pour les zones rurales.</a:t>
            </a:r>
          </a:p>
          <a:p>
            <a:pPr lvl="1"/>
            <a:r>
              <a:t>• Vision : Extension à l'Afrique Centrale et au Sahel.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SmartAir Cameroon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Rejoignez la révolution de l'air propre.</a:t>
            </a:r>
          </a:p>
          <a:p>
            <a:r>
              <a:t>Respirez l'innovation.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0B98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